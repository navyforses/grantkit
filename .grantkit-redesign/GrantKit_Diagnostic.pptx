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6366F1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Pages (14)</c:v>
                </c:pt>
                <c:pt idx="1">
                  <c:v>Components (23)</c:v>
                </c:pt>
                <c:pt idx="2">
                  <c:v>UI Library (65)</c:v>
                </c:pt>
                <c:pt idx="3">
                  <c:v>Server (27)</c:v>
                </c:pt>
                <c:pt idx="4">
                  <c:v>Tests (15)</c:v>
                </c:pt>
                <c:pt idx="5">
                  <c:v>Config (11)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14</c:v>
                </c:pt>
                <c:pt idx="1">
                  <c:v>23</c:v>
                </c:pt>
                <c:pt idx="2">
                  <c:v>65</c:v>
                </c:pt>
                <c:pt idx="3">
                  <c:v>27</c:v>
                </c:pt>
                <c:pt idx="4">
                  <c:v>15</c:v>
                </c:pt>
                <c:pt idx="5">
                  <c:v>11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GrantKit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Diagnostic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grant discovery platform — architecture, dependencies, code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1,252 nodes  |  2,766 edges  |  103 clusters  |  45 flows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 5.9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 (65 components)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4.1, Framer Motion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Wouter 3.7 routing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4.21, tRPC 11.16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0.44 (MySQL)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4.1 validation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SuperJSON serialization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(billing/subscriptions)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(transactional email)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(file storage)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GrantedAI API (84K+ grants)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188720"/>
            <a:ext cx="19202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192024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7.1 (build)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2.1 (196+ tests)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Render.com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ESBuild (server bundle)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Client / Server / DB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(React 19)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Pages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Catalog, Dashboard,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GrantDetail, Admin, AI Assistant,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Profile, Login...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Components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FilterBar, CatalogCard,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PricingCTA, OnboardingModal...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Hooks + 2 Contexts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useAuth, usePaddle, useMobile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(5 langs), Theme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2651760"/>
            <a:ext cx="457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18872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(Express + tRPC)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routers.ts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endpoints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(public/protected/admin)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db.ts (1000+ lines)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queries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upsertUser, listGrants...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paddleWebhook.ts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emailService.ts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externalGrants.ts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importGrants.ts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651760"/>
            <a:ext cx="457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18872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188720"/>
            <a:ext cx="19202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(MySQL)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73736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grantTranslations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savedGrants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newsletterSubscribers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notificationHistory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3,653 grants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countries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2,708 translations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0F2A4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classes,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0F2A4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2,766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between nodes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0F2A4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34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module groups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560320" cy="1554480"/>
          </a:xfrm>
          <a:prstGeom prst="rect">
            <a:avLst/>
          </a:prstGeom>
          <a:solidFill>
            <a:srgbClr val="0F2A4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chains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0F2A4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29260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196+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47472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 suites (Vitest)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560320" cy="1554480"/>
          </a:xfrm>
          <a:prstGeom prst="rect">
            <a:avLst/>
          </a:prstGeom>
          <a:solidFill>
            <a:srgbClr val="0F2A4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926080"/>
            <a:ext cx="54864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3,653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30936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977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countries, 12+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— tRPC Endpoints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(8)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catalog.list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catalog.detail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catalog.preview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catalog.count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catalog.states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catalog.cities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auth.me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system.health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26517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(5)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grants.savedList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grants.toggleSave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subscription.status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subscription.cancel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subscription.activate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517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(18+)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admin.createGrant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admin.updateGrant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admin.deleteGrant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admin.searchExternal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admin.importExternal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admin.exportGrants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admin.importGrants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admin.sendNewsletter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admin.users + 10 more...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4864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 OAuth flow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 tokens (1yr)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Cookie-based sessions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user / admin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oauth.ts, cookies.ts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54864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(Paddle)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signature verify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lifecycle sync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email on status change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period tracking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paddleWebhook.ts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54864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24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(Resend)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lifecycle emails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grant alerts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with unsubscribe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branded templates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emailService.ts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54864" cy="1783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Grants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GrantedAI API proxy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84K+ grants, 133K+ funders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&amp; import flow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Federal/state/international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externalGrants.ts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17520"/>
            <a:ext cx="54864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Excel parsing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normalization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validation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5-lang translation import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importGrants.ts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54864" cy="1783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field generation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parallel processing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translation (4 langs)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86+ enrichment batches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db.ts (enrichment)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GitNexus — Impact Analysis: listGrants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"/>
            <a:ext cx="10972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listGrants()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server/db.ts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36576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1005840"/>
            <a:ext cx="210312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005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toolboxClient.ts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508760"/>
            <a:ext cx="2103120" cy="4114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508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routers.ts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463040"/>
            <a:ext cx="27432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91440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914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Impacted Nodes (depth 2-3)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325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main.tsx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572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trpc.ts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18196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0665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GrantDetail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313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560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807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0540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3009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35478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FilterBar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3794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PricingCTA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5029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Summary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listGrants() changes propagate through routers.ts to the entire frontend.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2 files  |  Total: 19 nodes  |  Risk: LOW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types: CALLS (depth 1) &gt; IMPORTS (depth 2-3)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Code Statistics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Dependencies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packages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Components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(23 feature + 65 UI)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Files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(server/) + 13 (_core/)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tables, 8 indexes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Languages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(EN, FR, ES, RU, KA)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Strings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UI + 29 filter keys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31+ (8 public, 5 protected, 18 admin)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5488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suites, 196+ cases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Strengths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tRPC + Zod + TypeScript — no code generation, compile-time API contracts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24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84K+ external grants, batch enrichment, parallel LLM 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i18n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 with enriched content translation, not just UI strings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404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196+ tests covering auth, billing, CRUD, email, webhooks, SEO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118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webhook verification, lifecycle email automation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nav, pull-to-refresh, gestures, responsive 65-component library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1143000"/>
            <a:ext cx="8229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0" y="1143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db.ts Refactoring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line file — split into domain modules (grants.queries.ts, users.queries.ts, subscriptions.queries.ts)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0" y="1920240"/>
            <a:ext cx="822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centralized error handling middleware with typed error codes for tRPC procedures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2697480"/>
            <a:ext cx="8229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26974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Strategy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Redis/in-memory cache for catalog.list and catalog.count — most frequent queries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3474720"/>
            <a:ext cx="8229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657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test runs, type-checking, and deployment with GitHub Actions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4251960"/>
            <a:ext cx="8229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rate limiting on public endpoints and webhook verification retry logic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via GitNexus code graph analysis  |  1,252 nodes  |  2,766 edges  |  103 clusters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GrantKit — Project Diagnostic</dc:title>
  <dc:subject>PptxGenJS Presentation</dc:subject>
  <dc:creator>Claude for GrantKit</dc:creator>
  <cp:lastModifiedBy>Claude for GrantKit</cp:lastModifiedBy>
  <cp:revision>1</cp:revision>
  <dcterms:created xsi:type="dcterms:W3CDTF">2026-04-11T03:53:54Z</dcterms:created>
  <dcterms:modified xsi:type="dcterms:W3CDTF">2026-04-11T03:53:54Z</dcterms:modified>
</cp:coreProperties>
</file>